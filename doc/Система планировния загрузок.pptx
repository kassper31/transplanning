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Medium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C5938E-49AF-4AFD-B985-A8BA39C766B9}">
  <a:tblStyle styleId="{1BC5938E-49AF-4AFD-B985-A8BA39C766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22" y="12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{1BC5938E-49AF-4AFD-B985-A8BA39C766B9}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{1BC5938E-49AF-4AFD-B985-A8BA39C766B9}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ssper31/TransPlanning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4" y="1534950"/>
            <a:ext cx="8135912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Планирование загрузок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Архитектор 1С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П</a:t>
            </a:r>
            <a:r>
              <a:rPr lang="ru-RU" sz="3000" dirty="0"/>
              <a:t>планирование загрузок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Алексей Козел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408798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Системный архите</a:t>
            </a: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ктор в компании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TELS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Global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3B16F165-D9EB-8870-748E-49D1B1DDE3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568300"/>
              </p:ext>
            </p:extLst>
          </p:nvPr>
        </p:nvGraphicFramePr>
        <p:xfrm>
          <a:off x="621020" y="2039586"/>
          <a:ext cx="2429413" cy="2410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20666" imgH="4983749" progId="">
                  <p:embed/>
                </p:oleObj>
              </mc:Choice>
              <mc:Fallback>
                <p:oleObj r:id="rId4" imgW="5020666" imgH="4983749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1020" y="2039586"/>
                        <a:ext cx="2429413" cy="2410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307488997"/>
              </p:ext>
            </p:extLst>
          </p:nvPr>
        </p:nvGraphicFramePr>
        <p:xfrm>
          <a:off x="952500" y="2382125"/>
          <a:ext cx="7239000" cy="2380719"/>
        </p:xfrm>
        <a:graphic>
          <a:graphicData uri="http://schemas.openxmlformats.org/drawingml/2006/table">
            <a:tbl>
              <a:tblPr>
                <a:noFill/>
                <a:tableStyleId>{1BC5938E-49AF-4AFD-B985-A8BA39C766B9}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Разработка структуры данных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Автоматизация процессов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/>
                        <a:t>Организация финансового учета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Оптимизация бизнес-процессов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49" y="1386300"/>
            <a:ext cx="6005605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автоматизация обработки заявок, оптимизация взаимодействия заказчиками и перевозчиками</a:t>
            </a:r>
            <a:endParaRPr lang="ru-RU"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Google Shape;247;p46">
            <a:extLst>
              <a:ext uri="{FF2B5EF4-FFF2-40B4-BE49-F238E27FC236}">
                <a16:creationId xmlns:a16="http://schemas.microsoft.com/office/drawing/2014/main" id="{BCD5F5E5-A0C3-61A6-1464-04225FFAE35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424408"/>
            <a:ext cx="540398" cy="54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2;p49">
            <a:extLst>
              <a:ext uri="{FF2B5EF4-FFF2-40B4-BE49-F238E27FC236}">
                <a16:creationId xmlns:a16="http://schemas.microsoft.com/office/drawing/2014/main" id="{B0D87C86-D1A8-7EA1-4039-C1808828270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7288" y="2465719"/>
            <a:ext cx="1478804" cy="147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171491096"/>
              </p:ext>
            </p:extLst>
          </p:nvPr>
        </p:nvGraphicFramePr>
        <p:xfrm>
          <a:off x="952500" y="1897775"/>
          <a:ext cx="7239000" cy="3107734"/>
        </p:xfrm>
        <a:graphic>
          <a:graphicData uri="http://schemas.openxmlformats.org/drawingml/2006/table">
            <a:tbl>
              <a:tblPr>
                <a:noFill/>
                <a:tableStyleId>{1BC5938E-49AF-4AFD-B985-A8BA39C766B9}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Платформа разработки – 1С:Предприятие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Интеграционные технологии (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Kafka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Средства моделирования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BPMN, ER, C4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07604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GitHub, Git Extensions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Docker,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VSCode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VA,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Yaxunit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14373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Google Shape;344;p50">
            <a:extLst>
              <a:ext uri="{FF2B5EF4-FFF2-40B4-BE49-F238E27FC236}">
                <a16:creationId xmlns:a16="http://schemas.microsoft.com/office/drawing/2014/main" id="{22D058FC-B1BD-FF00-004C-FF399EE2A2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098" y="1835727"/>
            <a:ext cx="425668" cy="43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44;p50">
            <a:extLst>
              <a:ext uri="{FF2B5EF4-FFF2-40B4-BE49-F238E27FC236}">
                <a16:creationId xmlns:a16="http://schemas.microsoft.com/office/drawing/2014/main" id="{ECD8A655-2F20-052A-BFC0-C1BD02FFA3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098" y="2291330"/>
            <a:ext cx="425668" cy="43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44;p50">
            <a:extLst>
              <a:ext uri="{FF2B5EF4-FFF2-40B4-BE49-F238E27FC236}">
                <a16:creationId xmlns:a16="http://schemas.microsoft.com/office/drawing/2014/main" id="{BB4D2BCA-C200-C69E-730F-9EDFD3CB80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098" y="2741900"/>
            <a:ext cx="425668" cy="43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44;p50">
            <a:extLst>
              <a:ext uri="{FF2B5EF4-FFF2-40B4-BE49-F238E27FC236}">
                <a16:creationId xmlns:a16="http://schemas.microsoft.com/office/drawing/2014/main" id="{903549D7-7A38-F193-B501-20BC8C5CAE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098" y="3176922"/>
            <a:ext cx="425668" cy="43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44;p50">
            <a:extLst>
              <a:ext uri="{FF2B5EF4-FFF2-40B4-BE49-F238E27FC236}">
                <a16:creationId xmlns:a16="http://schemas.microsoft.com/office/drawing/2014/main" id="{F55966CC-69A2-5A34-90CD-56A61E2C2F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098" y="3611944"/>
            <a:ext cx="425668" cy="435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aphicFrame>
        <p:nvGraphicFramePr>
          <p:cNvPr id="4" name="Google Shape;199;p40">
            <a:extLst>
              <a:ext uri="{FF2B5EF4-FFF2-40B4-BE49-F238E27FC236}">
                <a16:creationId xmlns:a16="http://schemas.microsoft.com/office/drawing/2014/main" id="{268EA2CF-832E-34DE-E563-FA42F78AC3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6192725"/>
              </p:ext>
            </p:extLst>
          </p:nvPr>
        </p:nvGraphicFramePr>
        <p:xfrm>
          <a:off x="952500" y="1897775"/>
          <a:ext cx="7239000" cy="2663772"/>
        </p:xfrm>
        <a:graphic>
          <a:graphicData uri="http://schemas.openxmlformats.org/drawingml/2006/table">
            <a:tbl>
              <a:tblPr>
                <a:noFill/>
                <a:tableStyleId>{1BC5938E-49AF-4AFD-B985-A8BA39C766B9}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Проект: </a:t>
                      </a:r>
                      <a:r>
                        <a:rPr lang="ru-RU" sz="16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  <a:hlinkClick r:id="rId3"/>
                        </a:rPr>
                        <a:t>https://github.com/kassper31/TransPlanning.git</a:t>
                      </a:r>
                      <a:endParaRPr lang="ru-RU" sz="16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Интеграция средствами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Kafka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Автотесты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VA,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Yaxunit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07604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Реализован жизненный цикл заявки от заказчика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Google Shape;289;p49">
            <a:extLst>
              <a:ext uri="{FF2B5EF4-FFF2-40B4-BE49-F238E27FC236}">
                <a16:creationId xmlns:a16="http://schemas.microsoft.com/office/drawing/2014/main" id="{35E87898-8D9A-2CF1-04BF-72C20476D6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7542" y="1809266"/>
            <a:ext cx="499518" cy="49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807304878"/>
              </p:ext>
            </p:extLst>
          </p:nvPr>
        </p:nvGraphicFramePr>
        <p:xfrm>
          <a:off x="952500" y="1718400"/>
          <a:ext cx="7239000" cy="2219810"/>
        </p:xfrm>
        <a:graphic>
          <a:graphicData uri="http://schemas.openxmlformats.org/drawingml/2006/table">
            <a:tbl>
              <a:tblPr>
                <a:noFill/>
                <a:tableStyleId>{1BC5938E-49AF-4AFD-B985-A8BA39C766B9}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Применены на практике различные средства моделирования</a:t>
                      </a: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Тяжело в проектировании, легко в бою</a:t>
                      </a: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 часов на проект</a:t>
                      </a: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1275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Много полезной информации</a:t>
                      </a: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209</Words>
  <Application>Microsoft Office PowerPoint</Application>
  <PresentationFormat>Экран (16:9)</PresentationFormat>
  <Paragraphs>61</Paragraphs>
  <Slides>11</Slides>
  <Notes>11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Courier New</vt:lpstr>
      <vt:lpstr>Arial</vt:lpstr>
      <vt:lpstr>Roboto Medium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Ппланирование загрузок   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Alexey Kozel</cp:lastModifiedBy>
  <cp:revision>28</cp:revision>
  <dcterms:modified xsi:type="dcterms:W3CDTF">2025-05-22T13:30:51Z</dcterms:modified>
</cp:coreProperties>
</file>